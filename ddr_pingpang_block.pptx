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457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DDR3 Ping-Pong Buffer  —  FPGA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502920"/>
            <a:ext cx="11795760" cy="2240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5486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Channel 0 — fifo_ddr_0  (mig_7series_0,  ADDR_INITIAL=0x0000_0000)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914400" cy="5029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12121"/>
                </a:solidFill>
              </a:defRPr>
            </a:pPr>
            <a:r>
              <a:t>din[31:0]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2984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din_empty/alempty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777240"/>
            <a:ext cx="1097280" cy="868680"/>
          </a:xfrm>
          <a:prstGeom prst="roundRect">
            <a:avLst/>
          </a:prstGeom>
          <a:solidFill>
            <a:srgbClr val="FFFDE7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Write Control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wr_flag_0 / wr_cnt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777240"/>
            <a:ext cx="1188720" cy="77724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Data Distribute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ddr3_0_din = din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777240"/>
            <a:ext cx="1280160" cy="502920"/>
          </a:xfrm>
          <a:prstGeom prst="roundRect">
            <a:avLst/>
          </a:prstGeom>
          <a:solidFill>
            <a:srgbClr val="F3E5F5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Write FIFO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async_1024x32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777240"/>
            <a:ext cx="1097280" cy="594360"/>
          </a:xfrm>
          <a:prstGeom prst="roundRect">
            <a:avLst/>
          </a:prstGeom>
          <a:solidFill>
            <a:srgbClr val="FFFDE7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rd_flag FSM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+ Addr 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685800"/>
            <a:ext cx="2011680" cy="137160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12121"/>
                </a:solidFill>
              </a:defRPr>
            </a:pPr>
            <a:r>
              <a:t>mig_7series_0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MIG IP  (64-bit app I/F)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app_cmd: 000=W / 001=R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app_wdf_data = {32'd0, dout}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app_en = en_wr | en_rd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777240"/>
            <a:ext cx="1371600" cy="1097280"/>
          </a:xfrm>
          <a:prstGeom prst="round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DDR3 SDRAM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Particle #0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16-bit data bus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286000"/>
            <a:ext cx="1280160" cy="502920"/>
          </a:xfrm>
          <a:prstGeom prst="roundRect">
            <a:avLst/>
          </a:prstGeom>
          <a:solidFill>
            <a:srgbClr val="F3E5F5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Read FIFO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async_1024x32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1028700"/>
            <a:ext cx="1463040" cy="137160"/>
          </a:xfrm>
          <a:prstGeom prst="bentConnector3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840480" y="1028700"/>
            <a:ext cx="182880" cy="137160"/>
          </a:xfrm>
          <a:prstGeom prst="bentConnector3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1028700"/>
            <a:ext cx="1463040" cy="68580"/>
          </a:xfrm>
          <a:prstGeom prst="bentConnector3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78240" y="1325880"/>
            <a:ext cx="182880" cy="45720"/>
          </a:xfrm>
          <a:prstGeom prst="bentConnector3">
            <a:avLst/>
          </a:prstGeom>
          <a:ln w="2540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71600" y="1282446"/>
            <a:ext cx="1280160" cy="59436"/>
          </a:xfrm>
          <a:prstGeom prst="bentConnector3">
            <a:avLst/>
          </a:prstGeom>
          <a:ln w="19050">
            <a:solidFill>
              <a:srgbClr val="E6510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1074420"/>
            <a:ext cx="457200" cy="297180"/>
          </a:xfrm>
          <a:prstGeom prst="bentConnector3">
            <a:avLst/>
          </a:prstGeom>
          <a:ln w="19050">
            <a:solidFill>
              <a:srgbClr val="E6510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778240" y="1645919"/>
            <a:ext cx="182880" cy="228601"/>
          </a:xfrm>
          <a:prstGeom prst="bentConnector3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303520" y="2537460"/>
            <a:ext cx="1463040" cy="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2788920"/>
            <a:ext cx="0" cy="22860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920240" y="777240"/>
            <a:ext cx="3895344" cy="868680"/>
          </a:xfrm>
          <a:prstGeom prst="bentConnector3">
            <a:avLst/>
          </a:prstGeom>
          <a:ln w="1905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139696" y="1645920"/>
            <a:ext cx="4809744" cy="411480"/>
          </a:xfrm>
          <a:prstGeom prst="bentConnector3">
            <a:avLst/>
          </a:prstGeom>
          <a:ln w="1905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840480" y="1188720"/>
            <a:ext cx="182880" cy="256032"/>
          </a:xfrm>
          <a:prstGeom prst="bentConnector3">
            <a:avLst/>
          </a:prstGeom>
          <a:ln w="19050">
            <a:solidFill>
              <a:srgbClr val="E6510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34440" y="731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1565C0"/>
                </a:solidFill>
              </a:defRPr>
            </a:pPr>
            <a:r>
              <a:t>din[31:0]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8229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0">
                <a:solidFill>
                  <a:srgbClr val="E65100"/>
                </a:solidFill>
              </a:defRPr>
            </a:pPr>
            <a:r>
              <a:t>wr_flag_0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731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1565C0"/>
                </a:solidFill>
              </a:defRPr>
            </a:pPr>
            <a:r>
              <a:t>ddr3_0_din[31:0]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6858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0">
                <a:solidFill>
                  <a:srgbClr val="1565C0"/>
                </a:solidFill>
              </a:defRPr>
            </a:pPr>
            <a:r>
              <a:t>→ app_wdf_data[63:0]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160019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E7D32"/>
                </a:solidFill>
              </a:defRPr>
            </a:pPr>
            <a:r>
              <a:t>app_rd_data[63:0]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1600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0">
                <a:solidFill>
                  <a:srgbClr val="C62828"/>
                </a:solidFill>
              </a:defRPr>
            </a:pPr>
            <a:r>
              <a:t>wr_flag_0→</a:t>
            </a:r>
            <a:br/>
            <a:r>
              <a:t>data_cross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15087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0">
                <a:solidFill>
                  <a:srgbClr val="E65100"/>
                </a:solidFill>
              </a:defRPr>
            </a:pPr>
            <a:r>
              <a:t>din_prog_full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" y="2880360"/>
            <a:ext cx="11795760" cy="2103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292607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Channel 1 — fifo_ddr_1  (mig_7series_1,  ADDR_INITIAL=0xFFFF_FFFF)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51760" y="3154679"/>
            <a:ext cx="1188720" cy="777240"/>
          </a:xfrm>
          <a:prstGeom prst="roundRect">
            <a:avLst/>
          </a:prstGeom>
          <a:solidFill>
            <a:srgbClr val="E8EAF6"/>
          </a:solidFill>
          <a:ln w="1524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12121"/>
                </a:solidFill>
              </a:defRPr>
            </a:pPr>
            <a:r>
              <a:t>Data Distribute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ddr3_1_din = din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wr_flag_1=~wr_flag_0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0" y="3154679"/>
            <a:ext cx="1280160" cy="502920"/>
          </a:xfrm>
          <a:prstGeom prst="roundRect">
            <a:avLst/>
          </a:prstGeom>
          <a:solidFill>
            <a:srgbClr val="F3E5F5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Write FIFO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async_1024x32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0" y="3154679"/>
            <a:ext cx="1097280" cy="594360"/>
          </a:xfrm>
          <a:prstGeom prst="roundRect">
            <a:avLst/>
          </a:prstGeom>
          <a:solidFill>
            <a:srgbClr val="FFFDE7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rd_flag FSM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+ Addr Gen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3108960"/>
            <a:ext cx="2011680" cy="118872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12121"/>
                </a:solidFill>
              </a:defRPr>
            </a:pPr>
            <a:r>
              <a:t>mig_7series_1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MIG IP (same as ch0)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3154679"/>
            <a:ext cx="1371600" cy="1097280"/>
          </a:xfrm>
          <a:prstGeom prst="round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DDR3 SDRAM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Particle #1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16-bit data bus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4617719"/>
            <a:ext cx="1280160" cy="502920"/>
          </a:xfrm>
          <a:prstGeom prst="roundRect">
            <a:avLst/>
          </a:prstGeom>
          <a:solidFill>
            <a:srgbClr val="F3E5F5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Read FIFO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async_1024x32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3840480" y="3406139"/>
            <a:ext cx="182880" cy="137160"/>
          </a:xfrm>
          <a:prstGeom prst="bentConnector3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303520" y="3383279"/>
            <a:ext cx="1463040" cy="22860"/>
          </a:xfrm>
          <a:prstGeom prst="bentConnector3">
            <a:avLst/>
          </a:prstGeom>
          <a:ln w="31750">
            <a:solidFill>
              <a:srgbClr val="1565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8240" y="3703320"/>
            <a:ext cx="182880" cy="91439"/>
          </a:xfrm>
          <a:prstGeom prst="bentConnector3">
            <a:avLst/>
          </a:prstGeom>
          <a:ln w="2540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83680" y="3451860"/>
            <a:ext cx="457200" cy="160019"/>
          </a:xfrm>
          <a:prstGeom prst="bentConnector3">
            <a:avLst/>
          </a:prstGeom>
          <a:ln w="19050">
            <a:solidFill>
              <a:srgbClr val="E6510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778240" y="4023359"/>
            <a:ext cx="182880" cy="274320"/>
          </a:xfrm>
          <a:prstGeom prst="bentConnector3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303520" y="4869179"/>
            <a:ext cx="1463040" cy="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63440" y="5120639"/>
            <a:ext cx="0" cy="18288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3840480" y="3566160"/>
            <a:ext cx="182880" cy="256031"/>
          </a:xfrm>
          <a:prstGeom prst="bentConnector3">
            <a:avLst/>
          </a:prstGeom>
          <a:ln w="19050">
            <a:solidFill>
              <a:srgbClr val="E6510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920240" y="1737360"/>
            <a:ext cx="3895344" cy="1417319"/>
          </a:xfrm>
          <a:prstGeom prst="bentConnector3">
            <a:avLst/>
          </a:prstGeom>
          <a:ln w="1905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2139696" y="1783080"/>
            <a:ext cx="4809744" cy="2468879"/>
          </a:xfrm>
          <a:prstGeom prst="bentConnector3">
            <a:avLst/>
          </a:prstGeom>
          <a:ln w="19050">
            <a:solidFill>
              <a:srgbClr val="C62828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858768" y="31089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1565C0"/>
                </a:solidFill>
              </a:defRPr>
            </a:pPr>
            <a:r>
              <a:t>ddr3_1_din[31:0]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1808" y="31089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0">
                <a:solidFill>
                  <a:srgbClr val="1565C0"/>
                </a:solidFill>
              </a:defRPr>
            </a:pPr>
            <a:r>
              <a:t>→ MIG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17830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E65100"/>
                </a:solidFill>
              </a:defRPr>
            </a:pPr>
            <a:r>
              <a:t>wr_flag_1 = ~wr_flag_0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5166360"/>
            <a:ext cx="1179576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52120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Output Path  —  Read-side MUX + Output FIFO + TB Check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51760" y="5486400"/>
            <a:ext cx="1188720" cy="822960"/>
          </a:xfrm>
          <a:prstGeom prst="roundRect">
            <a:avLst/>
          </a:prstGeom>
          <a:solidFill>
            <a:srgbClr val="FCE4EC"/>
          </a:solidFill>
          <a:ln w="15240">
            <a:solidFill>
              <a:srgbClr val="AD1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12121"/>
                </a:solidFill>
              </a:defRPr>
            </a:pPr>
            <a:r>
              <a:t>Output MUX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rd_flag_0 selects: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ddr3_0_dout or ddr3_1_dout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0" y="5486400"/>
            <a:ext cx="1097280" cy="822960"/>
          </a:xfrm>
          <a:prstGeom prst="roundRect">
            <a:avLst/>
          </a:prstGeom>
          <a:solidFill>
            <a:srgbClr val="F3E5F5"/>
          </a:solidFill>
          <a:ln w="1524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Output FIFO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async_16x32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0" y="5486400"/>
            <a:ext cx="1188720" cy="822960"/>
          </a:xfrm>
          <a:prstGeom prst="roundRect">
            <a:avLst/>
          </a:prstGeom>
          <a:solidFill>
            <a:srgbClr val="FFFDE7"/>
          </a:solidFill>
          <a:ln w="1524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Read Control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rd_flag_0 / rd_cnt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0" y="5486400"/>
            <a:ext cx="1828800" cy="82296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12121"/>
                </a:solidFill>
              </a:defRPr>
            </a:pPr>
            <a:r>
              <a:t>dout[31:0]</a:t>
            </a:r>
          </a:p>
          <a:p>
            <a:pPr algn="ctr">
              <a:defRPr sz="900" b="1">
                <a:solidFill>
                  <a:srgbClr val="212121"/>
                </a:solidFill>
              </a:defRPr>
            </a:pPr>
            <a:r>
              <a:t>dout_empty/alempty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18320" y="5486400"/>
            <a:ext cx="1463040" cy="822960"/>
          </a:xfrm>
          <a:prstGeom prst="roundRect">
            <a:avLst/>
          </a:prstGeom>
          <a:solidFill>
            <a:srgbClr val="E1F5FE"/>
          </a:solidFill>
          <a:ln w="1524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12121"/>
                </a:solidFill>
              </a:defRPr>
            </a:pPr>
            <a:r>
              <a:t>TB Verify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ddr3_model x2</a:t>
            </a:r>
          </a:p>
          <a:p>
            <a:pPr algn="ctr">
              <a:defRPr sz="800" b="1">
                <a:solidFill>
                  <a:srgbClr val="212121"/>
                </a:solidFill>
              </a:defRPr>
            </a:pPr>
            <a:r>
              <a:t>dout==ddr_dout+1?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3127248" y="3017520"/>
            <a:ext cx="1536192" cy="246888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3483863" y="5303519"/>
            <a:ext cx="1179577" cy="182881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840480" y="5897880"/>
            <a:ext cx="274320" cy="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212079" y="5897880"/>
            <a:ext cx="274321" cy="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5669280" y="5897880"/>
            <a:ext cx="1005840" cy="0"/>
          </a:xfrm>
          <a:prstGeom prst="bentConnector3">
            <a:avLst/>
          </a:prstGeom>
          <a:ln w="317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3246120" y="5669280"/>
            <a:ext cx="2240280" cy="0"/>
          </a:xfrm>
          <a:prstGeom prst="bentConnector3">
            <a:avLst/>
          </a:prstGeom>
          <a:ln w="19050">
            <a:solidFill>
              <a:srgbClr val="E6510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114800" y="6217920"/>
            <a:ext cx="1371600" cy="0"/>
          </a:xfrm>
          <a:prstGeom prst="bentConnector3">
            <a:avLst/>
          </a:prstGeom>
          <a:ln w="19050">
            <a:solidFill>
              <a:srgbClr val="E6510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383280" y="5349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E65100"/>
                </a:solidFill>
              </a:defRPr>
            </a:pPr>
            <a:r>
              <a:t>rd_flag_0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0" y="6327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 b="0">
                <a:solidFill>
                  <a:srgbClr val="E65100"/>
                </a:solidFill>
              </a:defRPr>
            </a:pPr>
            <a:r>
              <a:t>fifo_prog_full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58768" y="58521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E7D32"/>
                </a:solidFill>
              </a:defRPr>
            </a:pPr>
            <a:r>
              <a:t>dd3_dout[31:0]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43200" y="5349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E7D32"/>
                </a:solidFill>
              </a:defRPr>
            </a:pPr>
            <a:r>
              <a:t>ddr3_0/1_dout[31:0]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75520" y="594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65100"/>
                </a:solidFill>
              </a:defRPr>
            </a:pPr>
            <a:r>
              <a:t>Ping-Pong Switching: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8229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46E7A"/>
                </a:solidFill>
              </a:defRPr>
            </a:pPr>
            <a:r>
              <a:t>Phase 1: wr_flag_0=1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75520" y="97840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  Write→DDR3_0  Read←DDR3_1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5520" y="11338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46E7A"/>
                </a:solidFill>
              </a:defRPr>
            </a:pPr>
            <a:r>
              <a:t>Phase 2: wr_flag_0=0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75520" y="128930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  Write→DDR3_1  Read←DDR3_0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20" y="14447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46E7A"/>
                </a:solidFill>
              </a:defRPr>
            </a:pPr>
            <a:r>
              <a:t>Toggle: wr_cnt&gt;=addr_size-1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75520" y="16002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  &amp;&amp; din_rd_en==1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5520" y="29718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62828"/>
                </a:solidFill>
              </a:defRPr>
            </a:pPr>
            <a:r>
              <a:t>Cross-Clock Domain: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875520" y="320040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46E7A"/>
                </a:solidFill>
              </a:defRPr>
            </a:pPr>
            <a:r>
              <a:t>Data path: async FIFO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75520" y="33558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  clk &lt;-&gt; clk_ddr3_X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875520" y="351129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46E7A"/>
                </a:solidFill>
              </a:defRPr>
            </a:pPr>
            <a:r>
              <a:t>Reset: reset_cross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875520" y="366674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1-bit flag: data_cross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75520" y="38221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46E7A"/>
                </a:solidFill>
              </a:defRPr>
            </a:pPr>
            <a:r>
              <a:t>  wr_flag_X -&gt; clk_ddr3_X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75520" y="39776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Output FIFO: same clk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75520" y="4389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2121"/>
                </a:solidFill>
              </a:defRPr>
            </a:pPr>
            <a:r>
              <a:t>Key Signals: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75520" y="46177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din/dout: 32-bit user data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0" y="477316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MIG app: 64-bit (upper 0)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875520" y="4928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addr_size: 512K words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875520" y="508406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wr_flag_0/1: write dir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875520" y="52395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rd_flag_0: read MUX select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875520" y="53949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616161"/>
                </a:solidFill>
              </a:defRPr>
            </a:pPr>
            <a:r>
              <a:t>prog_full: backpressure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75520" y="58521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2121"/>
                </a:solidFill>
              </a:defRPr>
            </a:pPr>
            <a:r>
              <a:t>Legend: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75520" y="6035040"/>
            <a:ext cx="164592" cy="146304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076688" y="60441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Async FIFO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881360" y="6035040"/>
            <a:ext cx="164592" cy="146304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082528" y="60441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MIG IP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1887200" y="6035040"/>
            <a:ext cx="164592" cy="146304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088368" y="60441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DDR3 SDRAM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875520" y="6263640"/>
            <a:ext cx="164592" cy="146304"/>
          </a:xfrm>
          <a:prstGeom prst="rect">
            <a:avLst/>
          </a:prstGeom>
          <a:solidFill>
            <a:srgbClr val="FFF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076688" y="62727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Control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81360" y="6263640"/>
            <a:ext cx="164592" cy="146304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082528" y="62727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MUX/Port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887200" y="6263640"/>
            <a:ext cx="164592" cy="146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088368" y="62727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Write Data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75520" y="6492240"/>
            <a:ext cx="164592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76688" y="65013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Read Data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881360" y="6492240"/>
            <a:ext cx="164592" cy="14630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082528" y="65013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Control Sig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887200" y="6492240"/>
            <a:ext cx="164592" cy="1463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2088368" y="6501383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212121"/>
                </a:solidFill>
              </a:defRPr>
            </a:pPr>
            <a:r>
              <a:t>Cross-CDC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